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66BBB9-F320-4A19-A4A5-A96C9981CF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5A60B0-07DC-4BDF-89CD-9159DBE27D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2851D4-7118-4F89-A34E-817ECD9237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421FCD-4ED5-439C-9A72-A11899C2ED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140793-ED0E-4E9C-A634-75E8ECDBD2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C66A3-408C-4417-9F75-399FF67DB4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3BFF01-D512-4BB5-AE3C-CB0C20830E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F6C947-EA80-4093-9DF3-ED9F338E28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218ABA-33F5-4E02-AE4A-E9160C80C7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BA47AE-1786-49EB-8489-44146DFE24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6DD9A2-CED9-4D05-8095-A66DA011D2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C36A03-4CEB-4290-90DB-516EDDBBAB9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C514A5D-F9B6-4406-9B4A-BB3BA3CE1EF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720000" y="108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Board approval of the acquisition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20000" y="2880000"/>
            <a:ext cx="864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Signing is conditional on regulatory clearance.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