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59675" cy="10691813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26000" y="881640"/>
            <a:ext cx="5507640" cy="158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026000" y="2719440"/>
            <a:ext cx="5507640" cy="549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21440" y="523080"/>
            <a:ext cx="5573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DOC-029 fictional briefing deck page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721440" y="1049040"/>
            <a:ext cx="1477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Quarterly legal briefing.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